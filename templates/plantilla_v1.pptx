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9903460" cy="6858000" type="A4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11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058585" y="1279525"/>
            <a:ext cx="498848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7950" y="1322962"/>
            <a:ext cx="74277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237950" y="3602038"/>
            <a:ext cx="74277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26129" y="1825625"/>
            <a:ext cx="8541855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714" y="3750945"/>
            <a:ext cx="7999633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75714" y="4610028"/>
            <a:ext cx="5947318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6129" y="258445"/>
            <a:ext cx="8541855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26129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58954" y="1825625"/>
            <a:ext cx="420903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162" y="365125"/>
            <a:ext cx="8541855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2162" y="1744961"/>
            <a:ext cx="41896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82162" y="2615609"/>
            <a:ext cx="41896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13698" y="1744961"/>
            <a:ext cx="4210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13698" y="2615609"/>
            <a:ext cx="4210320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0873" y="2766219"/>
            <a:ext cx="8541855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25355" y="127000"/>
            <a:ext cx="3383405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10980" y="766354"/>
            <a:ext cx="4725472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29481" y="2057400"/>
            <a:ext cx="3383405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603501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980459" y="365125"/>
            <a:ext cx="1242268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0873" y="365125"/>
            <a:ext cx="721321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80873" y="551543"/>
            <a:ext cx="8541855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0873" y="365125"/>
            <a:ext cx="854185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0873" y="1825625"/>
            <a:ext cx="854185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0873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0568" y="6356350"/>
            <a:ext cx="334246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4418" y="6356350"/>
            <a:ext cx="222831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ploma_escuela_v1"/>
          <p:cNvPicPr>
            <a:picLocks noChangeAspect="1"/>
          </p:cNvPicPr>
          <p:nvPr/>
        </p:nvPicPr>
        <p:blipFill>
          <a:blip r:embed="rId1">
            <a:clrChange>
              <a:clrFrom>
                <a:srgbClr val="FEFEFE">
                  <a:alpha val="100000"/>
                </a:srgbClr>
              </a:clrFrom>
              <a:clrTo>
                <a:srgbClr val="FEFEFE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635" y="0"/>
            <a:ext cx="9904730" cy="685800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2903855"/>
            <a:ext cx="7427595" cy="1049655"/>
          </a:xfrm>
        </p:spPr>
        <p:txBody>
          <a:bodyPr/>
          <a:lstStyle/>
          <a:p>
            <a:r>
              <a:rPr lang="es-ES_tradnl" altLang="zh-CN" sz="4000"/>
              <a:t>{{nombre}}</a:t>
            </a:r>
            <a:endParaRPr lang="es-ES_tradnl" altLang="zh-CN" sz="400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238250" y="4097655"/>
            <a:ext cx="7427595" cy="805815"/>
          </a:xfrm>
        </p:spPr>
        <p:txBody>
          <a:bodyPr/>
          <a:lstStyle/>
          <a:p>
            <a:r>
              <a:rPr lang="es-ES_tradnl" altLang="zh-CN"/>
              <a:t>{{fecha}}</a:t>
            </a:r>
            <a:endParaRPr lang="es-ES_tradnl" altLang="zh-CN"/>
          </a:p>
        </p:txBody>
      </p:sp>
      <p:sp>
        <p:nvSpPr>
          <p:cNvPr id="3" name="Text Box 2"/>
          <p:cNvSpPr txBox="1"/>
          <p:nvPr/>
        </p:nvSpPr>
        <p:spPr>
          <a:xfrm>
            <a:off x="3472180" y="1630045"/>
            <a:ext cx="2959735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s-ES_tradnl" altLang="en-US" sz="4800">
                <a:latin typeface="Times New Roman" panose="02020603050405020304" charset="0"/>
                <a:cs typeface="Times New Roman" panose="02020603050405020304" charset="0"/>
              </a:rPr>
              <a:t>DIPLOMA</a:t>
            </a:r>
            <a:endParaRPr lang="es-ES_tradnl" altLang="en-US" sz="4800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</Words>
  <Application>WPS Presentation</Application>
  <PresentationFormat>宽屏</PresentationFormat>
  <Paragraphs>6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Arial Black</vt:lpstr>
      <vt:lpstr>Microsoft YaHei</vt:lpstr>
      <vt:lpstr>文泉驿正黑</vt:lpstr>
      <vt:lpstr>Arial Unicode MS</vt:lpstr>
      <vt:lpstr>SimSun</vt:lpstr>
      <vt:lpstr>Work Sans</vt:lpstr>
      <vt:lpstr>Cinzel</vt:lpstr>
      <vt:lpstr>Comfortaa</vt:lpstr>
      <vt:lpstr>Times New Roman</vt:lpstr>
      <vt:lpstr>OpenSymbol</vt:lpstr>
      <vt:lpstr>Office Theme</vt:lpstr>
      <vt:lpstr>{{nombre}}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xeland314</cp:lastModifiedBy>
  <cp:revision>10</cp:revision>
  <dcterms:created xsi:type="dcterms:W3CDTF">2026-07-12T21:44:45Z</dcterms:created>
  <dcterms:modified xsi:type="dcterms:W3CDTF">2026-07-12T21:44:45Z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