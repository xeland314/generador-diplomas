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9903460" cy="6858000" type="A4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058585" y="1279525"/>
            <a:ext cx="498848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7950" y="1322962"/>
            <a:ext cx="74277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37950" y="3602038"/>
            <a:ext cx="74277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6129" y="258445"/>
            <a:ext cx="8541855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29" y="1825625"/>
            <a:ext cx="8541855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714" y="3750945"/>
            <a:ext cx="7999633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5714" y="4610028"/>
            <a:ext cx="5947318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6129" y="258445"/>
            <a:ext cx="8541855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26129" y="1825625"/>
            <a:ext cx="420903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8954" y="1825625"/>
            <a:ext cx="420903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162" y="365125"/>
            <a:ext cx="8541855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2162" y="1744961"/>
            <a:ext cx="41896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2162" y="2615609"/>
            <a:ext cx="41896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13698" y="1744961"/>
            <a:ext cx="4210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13698" y="2615609"/>
            <a:ext cx="4210320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873" y="2766219"/>
            <a:ext cx="8541855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355" y="127000"/>
            <a:ext cx="3383405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210980" y="766354"/>
            <a:ext cx="4725472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9481" y="2057400"/>
            <a:ext cx="3383405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603501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80459" y="365125"/>
            <a:ext cx="1242268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0873" y="365125"/>
            <a:ext cx="721321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80873" y="551543"/>
            <a:ext cx="8541855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0873" y="365125"/>
            <a:ext cx="85418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0873" y="1825625"/>
            <a:ext cx="854185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0873" y="6356350"/>
            <a:ext cx="222831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0568" y="6356350"/>
            <a:ext cx="33424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4418" y="6356350"/>
            <a:ext cx="222831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219960" y="981710"/>
            <a:ext cx="5467817" cy="686435"/>
            <a:chOff x="1949" y="2045"/>
            <a:chExt cx="11697" cy="1081"/>
          </a:xfrm>
        </p:grpSpPr>
        <p:sp>
          <p:nvSpPr>
            <p:cNvPr id="3" name="Rounded Rectangle 2"/>
            <p:cNvSpPr/>
            <p:nvPr/>
          </p:nvSpPr>
          <p:spPr>
            <a:xfrm>
              <a:off x="1949" y="2045"/>
              <a:ext cx="11697" cy="1081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s-ES_tradnl" altLang="en-US" sz="2800">
                  <a:latin typeface="Comfortaa" panose="00000500000000000000" charset="0"/>
                  <a:cs typeface="Comfortaa" panose="00000500000000000000" charset="0"/>
                </a:rPr>
                <a:t>CERTIFICADO</a:t>
              </a:r>
              <a:endParaRPr lang="es-ES_tradnl" altLang="en-US" sz="2800">
                <a:latin typeface="Comfortaa" panose="00000500000000000000" charset="0"/>
                <a:cs typeface="Comfortaa" panose="00000500000000000000" charset="0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2706" y="2375"/>
              <a:ext cx="587" cy="432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12285" y="2375"/>
              <a:ext cx="587" cy="432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2222500" y="2117090"/>
            <a:ext cx="54660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ES_tradnl" altLang="en-US" sz="4000">
                <a:latin typeface="Comfortaa" panose="00000500000000000000" charset="0"/>
                <a:cs typeface="Comfortaa" panose="00000500000000000000" charset="0"/>
              </a:rPr>
              <a:t>{{nombre}}</a:t>
            </a:r>
            <a:endParaRPr lang="es-ES_tradnl" altLang="en-US" sz="4000">
              <a:latin typeface="Comfortaa" panose="00000500000000000000" charset="0"/>
              <a:cs typeface="Comfortaa" panose="00000500000000000000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219960" y="2823845"/>
            <a:ext cx="54679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ES_tradnl" altLang="en-US" sz="1600">
                <a:latin typeface="Comfortaa" panose="00000500000000000000" charset="0"/>
                <a:cs typeface="Comfortaa" panose="00000500000000000000" charset="0"/>
              </a:rPr>
              <a:t>ha completado el curso de</a:t>
            </a:r>
            <a:endParaRPr lang="es-ES_tradnl" altLang="en-US" sz="1600">
              <a:latin typeface="Comfortaa" panose="00000500000000000000" charset="0"/>
              <a:cs typeface="Comfortaa" panose="00000500000000000000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311275" y="3388360"/>
            <a:ext cx="72809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ES_tradnl" altLang="en-US" sz="4800" b="1">
                <a:latin typeface="Comfortaa" panose="00000500000000000000" charset="0"/>
                <a:cs typeface="Comfortaa" panose="00000500000000000000" charset="0"/>
              </a:rPr>
              <a:t>{{curso}}</a:t>
            </a:r>
            <a:endParaRPr lang="es-ES_tradnl" altLang="en-US" sz="4800" b="1">
              <a:latin typeface="Comfortaa" panose="00000500000000000000" charset="0"/>
              <a:cs typeface="Comfortaa" panose="00000500000000000000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540625" y="4642485"/>
            <a:ext cx="1828800" cy="1828800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3" name="Picture 12" descr="gato_no_fond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7945" y="4782820"/>
            <a:ext cx="1530985" cy="153098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689610" y="5388610"/>
            <a:ext cx="2875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ES_tradnl" altLang="en-US" sz="1600">
                <a:latin typeface="Comfortaa" panose="00000500000000000000" charset="0"/>
                <a:cs typeface="Comfortaa" panose="00000500000000000000" charset="0"/>
              </a:rPr>
              <a:t>{{fecha}}</a:t>
            </a:r>
            <a:endParaRPr lang="es-ES_tradnl" altLang="en-US" sz="1600">
              <a:latin typeface="Comfortaa" panose="00000500000000000000" charset="0"/>
              <a:cs typeface="Comfortaa" panose="0000050000000000000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WPS Presentation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8" baseType="lpstr">
      <vt:lpstr>Arial</vt:lpstr>
      <vt:lpstr>SimSun</vt:lpstr>
      <vt:lpstr>Wingdings</vt:lpstr>
      <vt:lpstr>Arial Black</vt:lpstr>
      <vt:lpstr>Microsoft YaHei</vt:lpstr>
      <vt:lpstr>文泉驿正黑</vt:lpstr>
      <vt:lpstr>Arial Unicode MS</vt:lpstr>
      <vt:lpstr>SimSun</vt:lpstr>
      <vt:lpstr>OpenSymbol</vt:lpstr>
      <vt:lpstr>Arimo</vt:lpstr>
      <vt:lpstr>Andika</vt:lpstr>
      <vt:lpstr>Caladea</vt:lpstr>
      <vt:lpstr>Cinzel</vt:lpstr>
      <vt:lpstr>Clicker Script</vt:lpstr>
      <vt:lpstr>Comfortaa</vt:lpstr>
      <vt:lpstr>Comfortaa Light</vt:lpstr>
      <vt:lpstr>SimSun</vt:lpstr>
      <vt:lpstr>Berenis ADF Pro Math</vt:lpstr>
      <vt:lpstr>Caveat</vt:lpstr>
      <vt:lpstr>Clear Sans Light</vt:lpstr>
      <vt:lpstr>Accanthis ADF Std</vt:lpstr>
      <vt:lpstr>Andale Mono</vt:lpstr>
      <vt:lpstr>Clear Sans Thin</vt:lpstr>
      <vt:lpstr>Clear Sans</vt:lpstr>
      <vt:lpstr>Courier 10 Pitch</vt:lpstr>
      <vt:lpstr>D050000L</vt:lpstr>
      <vt:lpstr>DejaVu Sans</vt:lpstr>
      <vt:lpstr>DejaVu Sans Light</vt:lpstr>
      <vt:lpstr>DroidSansM Nerd Font</vt:lpstr>
      <vt:lpstr>EB Garamond 08</vt:lpstr>
      <vt:lpstr>EB Garamond 12</vt:lpstr>
      <vt:lpstr>EB Garamond 12 All SC</vt:lpstr>
      <vt:lpstr>EB Garamond Initials</vt:lpstr>
      <vt:lpstr>EB Garamond Initials Fill1</vt:lpstr>
      <vt:lpstr>EB Garamond SC 12</vt:lpstr>
      <vt:lpstr>Ethnocentric</vt:lpstr>
      <vt:lpstr>EB Garamond Initials Fill2</vt:lpstr>
      <vt:lpstr>FontAwesome</vt:lpstr>
      <vt:lpstr>GFS Didot Rg</vt:lpstr>
      <vt:lpstr>GFS Solomos</vt:lpstr>
      <vt:lpstr>GFS Olga</vt:lpstr>
      <vt:lpstr>Gentium Basic</vt:lpstr>
      <vt:lpstr>Gentium Plus Compact</vt:lpstr>
      <vt:lpstr>Gentium Plus</vt:lpstr>
      <vt:lpstr>Gentium Book Plus</vt:lpstr>
      <vt:lpstr>Glass Antiqua</vt:lpstr>
      <vt:lpstr>Go Medium</vt:lpstr>
      <vt:lpstr>IPAPGothic</vt:lpstr>
      <vt:lpstr>Impact</vt:lpstr>
      <vt:lpstr>Inter Display Medium</vt:lpstr>
      <vt:lpstr>Inter Display Black</vt:lpstr>
      <vt:lpstr>Inter Display</vt:lpstr>
      <vt:lpstr>Inter Black</vt:lpstr>
      <vt:lpstr>Inter Display Thin</vt:lpstr>
      <vt:lpstr>Inter SemiBold</vt:lpstr>
      <vt:lpstr>Inter Thin</vt:lpstr>
      <vt:lpstr>JetBrains Mono</vt:lpstr>
      <vt:lpstr>Latin Modern Math</vt:lpstr>
      <vt:lpstr>JetBrains Mono Medium</vt:lpstr>
      <vt:lpstr>JetBrains Mono SemiBold</vt:lpstr>
      <vt:lpstr>JetBrains Mono ExtraBold</vt:lpstr>
      <vt:lpstr>Latin Modern Mono</vt:lpstr>
      <vt:lpstr>Lato Thin</vt:lpstr>
      <vt:lpstr>Lato Hairline</vt:lpstr>
      <vt:lpstr>Lato Black</vt:lpstr>
      <vt:lpstr>Lato</vt:lpstr>
      <vt:lpstr>League Spartan</vt:lpstr>
      <vt:lpstr>League Spartan Light</vt:lpstr>
      <vt:lpstr>Liberation Serif</vt:lpstr>
      <vt:lpstr>Libre Baskerville</vt:lpstr>
      <vt:lpstr>Loma</vt:lpstr>
      <vt:lpstr>MathJax_Main</vt:lpstr>
      <vt:lpstr>Lobster Two</vt:lpstr>
      <vt:lpstr>MathJax_WinChrome</vt:lpstr>
      <vt:lpstr>Mrs Saint Delafield</vt:lpstr>
      <vt:lpstr>Noto Looped Lao Bold</vt:lpstr>
      <vt:lpstr>Noto Color Emoji</vt:lpstr>
      <vt:lpstr>Noto Mono</vt:lpstr>
      <vt:lpstr>Noto Sans Balinese</vt:lpstr>
      <vt:lpstr>Noto Sans Batak</vt:lpstr>
      <vt:lpstr>Noto Sans Canadian Aboriginal</vt:lpstr>
      <vt:lpstr>Noto Sans Coptic</vt:lpstr>
      <vt:lpstr>Noto Sans Inscriptional Pahlavi</vt:lpstr>
      <vt:lpstr>Noto Sans Kharoshthi</vt:lpstr>
      <vt:lpstr>Noto Sans Linear B</vt:lpstr>
      <vt:lpstr>Noto Sans Mahajani</vt:lpstr>
      <vt:lpstr>Noto Sans Math</vt:lpstr>
      <vt:lpstr>Noto Sans Modi</vt:lpstr>
      <vt:lpstr>Noto Sans PhagsPa</vt:lpstr>
      <vt:lpstr>Noto Sans Sundanese</vt:lpstr>
      <vt:lpstr>Noto Sans Syloti Nagri</vt:lpstr>
      <vt:lpstr>Noto Serif Dogra</vt:lpstr>
      <vt:lpstr>Noto Serif Georgian</vt:lpstr>
      <vt:lpstr>Noto Serif Lao</vt:lpstr>
      <vt:lpstr>Noto Serif Tamil Slanted</vt:lpstr>
      <vt:lpstr>Noto Serif Tibetan</vt:lpstr>
      <vt:lpstr>Nunito SemiBold</vt:lpstr>
      <vt:lpstr>Archivo Black</vt:lpstr>
      <vt:lpstr>Work Sans</vt:lpstr>
      <vt:lpstr>Great Vibes</vt:lpstr>
      <vt:lpstr>Accanthis ADF Std No3</vt:lpstr>
      <vt:lpstr>Alex Brush</vt:lpstr>
      <vt:lpstr>Asana Math</vt:lpstr>
      <vt:lpstr>Charis SIL</vt:lpstr>
      <vt:lpstr>Allura</vt:lpstr>
      <vt:lpstr>Quicksand Medium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xeland314</cp:lastModifiedBy>
  <cp:revision>11</cp:revision>
  <dcterms:created xsi:type="dcterms:W3CDTF">2026-07-12T21:39:50Z</dcterms:created>
  <dcterms:modified xsi:type="dcterms:W3CDTF">2026-07-12T21:39:50Z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